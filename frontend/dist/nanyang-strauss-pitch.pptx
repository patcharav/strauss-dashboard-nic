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98448"/>
          </a:xfrm>
          <a:prstGeom prst="rect">
            <a:avLst/>
          </a:prstGeom>
          <a:solidFill>
            <a:srgbClr val="2B364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DD84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0116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8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PROPOSAL · 1 /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88720" y="4206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ELITECH 360 — “Woven killer”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88720" y="9144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knit engineered to look &amp; move like woven workwear — with 360° stretch, UV protection &amp; quick-dry</a:t>
            </a:r>
            <a:endParaRPr lang="en-US" sz="11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1517904"/>
            <a:ext cx="3575304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1 · Ripstop-look face · earth tones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57200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 cargo pant / short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7200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e.s.t:aktik · motion ten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7200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~90% Nylon / 10% Spandex · woven-look knit · ~190–220 gsm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57200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stretch · UPF · quick-dry — replaces woven ripstop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06824" y="1517904"/>
            <a:ext cx="3575304" cy="17830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06824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306824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2 · Twill-look face · flagship weight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306824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 work-pant fabric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306824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e.s.motion 2020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4306824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Poly-rich woven-look stretch knit · ~230–245 gsm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306824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look as 65/35 twill — adds in-fabric stretch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56448" y="1517904"/>
            <a:ext cx="3575304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56448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156448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3 · Plain woven-look · shirting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8156448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Woven-look work shirt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8156448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e.s.t:aktik shirts · work shirts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8156448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woven-look stretch knit · ~140–170 gsm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156448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like a woven shirt, moves like a knit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57200" y="594360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BF1E4"/>
          </a:solidFill>
          <a:ln/>
        </p:spPr>
      </p:sp>
      <p:sp>
        <p:nvSpPr>
          <p:cNvPr id="30" name="Text 24"/>
          <p:cNvSpPr/>
          <p:nvPr/>
        </p:nvSpPr>
        <p:spPr>
          <a:xfrm>
            <a:off x="685800" y="5943600"/>
            <a:ext cx="10863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  </a:t>
            </a:r>
            <a:pPr indent="0" marL="0">
              <a:buNone/>
            </a:pPr>
            <a:r>
              <a:rPr lang="en-US" sz="110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motion 2020 today = non-stretch 65/35 woven twill (~245 gsm). The “woven killer” keeps the look, adds 360° stretch.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647395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A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Swatch tiles illustrate fabric direction (internal reference) — replace with real fabric photos. Current-fabric figures from us.strauss.com · suggested specs are Nan Yang proposals.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98448"/>
          </a:xfrm>
          <a:prstGeom prst="rect">
            <a:avLst/>
          </a:prstGeom>
          <a:solidFill>
            <a:srgbClr val="2B364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DD84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0116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8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PROPOSAL · 2 /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88720" y="4206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ELITECH — Easy-care Everyday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88720" y="9144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Wrinkle-free, low-maintenance fabrics for polos, work shirts &amp; the uniform / B2B channel</a:t>
            </a:r>
            <a:endParaRPr lang="en-US" sz="11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1517904"/>
            <a:ext cx="3575304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1 · Piqué · polo surface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57200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Easy-care polo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7200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Polos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7200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 or 60/40 poly-cotton piqué · ~180–200 gsm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57200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Wrinkle-free · soil-release · colorfast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06824" y="1517904"/>
            <a:ext cx="3575304" cy="17830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06824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306824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2 · Poplin · crisp &amp; smooth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306824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/ button work shirt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306824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Business-customer · work shirts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4306824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Poly-cotton poplin · ~130–160 gsm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306824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Easy-care · durable for frequent wash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56448" y="1517904"/>
            <a:ext cx="3575304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56448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156448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3 · Oxford-look · uniform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8156448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work shirt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8156448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Work shirts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8156448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Poly-cotton woven · wrinkle-resistant · ~150–180 gsm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156448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Low-maintenance · all-day comfort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57200" y="594360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BF1E4"/>
          </a:solidFill>
          <a:ln/>
        </p:spPr>
      </p:sp>
      <p:sp>
        <p:nvSpPr>
          <p:cNvPr id="30" name="Text 24"/>
          <p:cNvSpPr/>
          <p:nvPr/>
        </p:nvSpPr>
        <p:spPr>
          <a:xfrm>
            <a:off x="685800" y="5943600"/>
            <a:ext cx="10863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  </a:t>
            </a:r>
            <a:pPr indent="0" marL="0">
              <a:buNone/>
            </a:pPr>
            <a:r>
              <a:rPr lang="en-US" sz="110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Opportunity: Strauss actively courts Business / uniform buyers but has no marketed easy-care polo platform — open white space.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647395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A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Swatch tiles illustrate fabric direction (internal reference) — replace with real fabric photos. Current-fabric figures from us.strauss.com · suggested specs are Nan Yang proposals.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98448"/>
          </a:xfrm>
          <a:prstGeom prst="rect">
            <a:avLst/>
          </a:prstGeom>
          <a:solidFill>
            <a:srgbClr val="2B364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548640" cy="548640"/>
          </a:xfrm>
          <a:prstGeom prst="ellipse">
            <a:avLst/>
          </a:prstGeom>
          <a:solidFill>
            <a:srgbClr val="DD84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0116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8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 PROPOSAL · 3 /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88720" y="4206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DRY-TECH — Moisture &amp; Cooling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88720" y="9144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Wicking, quick-dry knits for tops, base layers &amp; leggings — comfort in heat &amp; humidity</a:t>
            </a:r>
            <a:endParaRPr lang="en-US" sz="11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1517904"/>
            <a:ext cx="3575304" cy="1783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1 · Flat matte jersey · tee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457200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tee / base layer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7200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Shirts &amp; T-shirts (M+W)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57200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Poly/Spandex jersey ~90/10 · ~150–160 gsm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57200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Wicking · quick-dry · cool-touch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06824" y="1517904"/>
            <a:ext cx="3575304" cy="17830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06824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306824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2 · Birdseye mesh · breathable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306824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Wicking work shirt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306824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e.s.t:aktik shirts · work shirts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4306824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Poly + mesh back panel · ~120–150 gsm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306824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Wicking · breathable · anti-odor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56448" y="1517904"/>
            <a:ext cx="3575304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56448" y="1517904"/>
            <a:ext cx="3575304" cy="1783080"/>
          </a:xfrm>
          <a:prstGeom prst="rect">
            <a:avLst/>
          </a:prstGeom>
          <a:ln w="9525">
            <a:solidFill>
              <a:srgbClr val="C9CDD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8156448" y="3346704"/>
            <a:ext cx="3575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" kern="0" dirty="0">
                <a:solidFill>
                  <a:srgbClr val="5C6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 3 · Double-knit · stretch</a:t>
            </a:r>
            <a:endParaRPr lang="en-US" sz="950" dirty="0"/>
          </a:p>
        </p:txBody>
      </p:sp>
      <p:sp>
        <p:nvSpPr>
          <p:cNvPr id="25" name="Text 19"/>
          <p:cNvSpPr/>
          <p:nvPr/>
        </p:nvSpPr>
        <p:spPr>
          <a:xfrm>
            <a:off x="8156448" y="3685032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2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Women’s performance legging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8156448" y="4014216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D8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e.s.e:pic · e.s.trail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8156448" y="4251960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~88% Nylon / 12% Spandex double-knit · ~240 gsm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156448" y="463600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4-way · wicking · UPF · Cordura zones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57200" y="594360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FBF1E4"/>
          </a:solidFill>
          <a:ln/>
        </p:spPr>
      </p:sp>
      <p:sp>
        <p:nvSpPr>
          <p:cNvPr id="30" name="Text 24"/>
          <p:cNvSpPr/>
          <p:nvPr/>
        </p:nvSpPr>
        <p:spPr>
          <a:xfrm>
            <a:off x="685800" y="5943600"/>
            <a:ext cx="10863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  </a:t>
            </a:r>
            <a:pPr indent="0" marL="0">
              <a:buNone/>
            </a:pPr>
            <a:r>
              <a:rPr lang="en-US" sz="1100" dirty="0">
                <a:solidFill>
                  <a:srgbClr val="2029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current tee is basic cotton (~$20) — holds sweat, slow to dry. Dry-Tech wicks and dries fast.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647395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AA6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Swatch tiles illustrate fabric direction (internal reference) — replace with real fabric photos. Current-fabric figures from us.strauss.com · suggested specs are Nan Yang proposals.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 Yang Fabric Proposals for Strauss</dc:title>
  <dc:subject>PptxGenJS Presentation</dc:subject>
  <dc:creator>Nan Yang Textile Industry Co., Ltd.</dc:creator>
  <cp:lastModifiedBy>Nan Yang Textile Industry Co., Ltd.</cp:lastModifiedBy>
  <cp:revision>1</cp:revision>
  <dcterms:created xsi:type="dcterms:W3CDTF">2026-06-17T10:24:13Z</dcterms:created>
  <dcterms:modified xsi:type="dcterms:W3CDTF">2026-06-17T10:24:13Z</dcterms:modified>
</cp:coreProperties>
</file>